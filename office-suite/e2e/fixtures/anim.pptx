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AtlasCustom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tlas-t1"/>
          <p:cNvSpPr/>
          <p:nvPr/>
        </p:nvSpPr>
        <p:spPr>
          <a:xfrm>
            <a:off x="761695" y="571500"/>
            <a:ext cx="7619695" cy="952805"/>
          </a:xfrm>
          <a:prstGeom prst="rect">
            <a:avLst/>
          </a:prstGeom>
          <a:noFill/>
          <a:ln/>
        </p:spPr>
        <p:txBody>
          <a:bodyPr wrap="square" lIns="57150" tIns="95250" rIns="95250" bIns="5715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Title</a:t>
            </a:r>
            <a:endParaRPr lang="en-US" sz="4000" dirty="0"/>
          </a:p>
        </p:txBody>
      </p:sp>
      <p:sp>
        <p:nvSpPr>
          <p:cNvPr id="3" name="atlas-b1"/>
          <p:cNvSpPr/>
          <p:nvPr/>
        </p:nvSpPr>
        <p:spPr>
          <a:xfrm>
            <a:off x="761695" y="1904695"/>
            <a:ext cx="7619695" cy="1904695"/>
          </a:xfrm>
          <a:prstGeom prst="rect">
            <a:avLst/>
          </a:prstGeom>
          <a:noFill/>
          <a:ln/>
        </p:spPr>
        <p:txBody>
          <a:bodyPr wrap="square" lIns="57150" tIns="95250" rIns="95250" bIns="5715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2400" dirty="0"/>
          </a:p>
        </p:txBody>
      </p:sp>
      <p:sp>
        <p:nvSpPr>
          <p:cNvPr id="4" name="atlas-x1"/>
          <p:cNvSpPr/>
          <p:nvPr/>
        </p:nvSpPr>
        <p:spPr>
          <a:xfrm>
            <a:off x="6667805" y="3810305"/>
            <a:ext cx="952805" cy="57150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57150" tIns="95250" rIns="95250" bIns="5715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 advTm="200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Atlas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Presentation1</dc:title>
  <dc:subject>PptxGenJS Presentation</dc:subject>
  <dc:creator>PptxGenJS</dc:creator>
  <cp:lastModifiedBy>PptxGenJS</cp:lastModifiedBy>
  <cp:revision>1</cp:revision>
  <dcterms:created xsi:type="dcterms:W3CDTF">2026-10-28T02:15:59Z</dcterms:created>
  <dcterms:modified xsi:type="dcterms:W3CDTF">2026-10-28T02:15:59Z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lasSlidesMeta">
    <vt:lpwstr>{"theme":"office","customTheme":null,"master":{"id":"master","elements":[{"id":"emvrhg43n1","type":"text","ph":"dt","html":"","x":40,"y":498,"w":240,"h":30,"size":12,"align":"left","valign":"middle"},{"id":"emvrhg43n2","type":"text","ph":"footer","html":"","x":300,"y":498,"w":360,"h":30,"size":12,"align":"center","valign":"middle"},{"id":"emvrhg43n3","type":"text","ph":"sldNum","html":"","x":680,"y":498,"w":240,"h":30,"size":12,"align":"right","valign":"middle"}],"bg":null,"bgImage":null,"footer":{"text":"","number":false,"date":false,"skipTitle":true}},"layouts":{},"slides":[{"layout":"title","hideMaster":false,"media":{},"groups":[],"connectors":{}},{"layout":"content","hideMaster":false,"media":{},"groups":[],"connectors":{}}]}</vt:lpwstr>
  </property>
</Properties>
</file>