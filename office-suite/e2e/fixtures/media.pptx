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m" ContentType="video/webm"/>
  <Default Extension="wav" ContentType="audio/wav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AtlasCustom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-1.webm"/><Relationship Id="rId2" Type="http://schemas.microsoft.com/office/2007/relationships/media" Target="../media/media-1-1.webm"/><Relationship Id="rId3" Type="http://schemas.openxmlformats.org/officeDocument/2006/relationships/image" Target="../media/image-1-3.png"/><Relationship Id="rId4" Type="http://schemas.openxmlformats.org/officeDocument/2006/relationships/audio" Target="../media/media-1-4.wav"/><Relationship Id="rId5" Type="http://schemas.microsoft.com/office/2007/relationships/media" Target="../media/media-1-4.wav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tlas-emvryc8917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24305" y="857707"/>
            <a:ext cx="6096305" cy="3429000"/>
          </a:xfrm>
          <a:prstGeom prst="rect">
            <a:avLst/>
          </a:prstGeom>
        </p:spPr>
      </p:pic>
      <p:pic>
        <p:nvPicPr>
          <p:cNvPr id="6" name="atlas-emvryc9g68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001000" y="4000500"/>
            <a:ext cx="609905" cy="6099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Atlas Office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Presentation1</dc:title>
  <dc:subject>PptxGenJS Presentation</dc:subject>
  <dc:creator>PptxGenJS</dc:creator>
  <cp:lastModifiedBy>PptxGenJS</cp:lastModifiedBy>
  <cp:revision>1</cp:revision>
  <dcterms:created xsi:type="dcterms:W3CDTF">2026-10-28T10:08:50Z</dcterms:created>
  <dcterms:modified xsi:type="dcterms:W3CDTF">2026-10-28T10:08:50Z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lasSlidesMeta">
    <vt:lpwstr>{"theme":"office","customTheme":null,"master":{"id":"master","elements":[{"id":"emvryc7q91","type":"text","ph":"dt","html":"","x":40,"y":498,"w":240,"h":30,"size":12,"align":"left","valign":"middle"},{"id":"emvryc7q92","type":"text","ph":"footer","html":"","x":300,"y":498,"w":360,"h":30,"size":12,"align":"center","valign":"middle"},{"id":"emvryc7q93","type":"text","ph":"sldNum","html":"","x":680,"y":498,"w":240,"h":30,"size":12,"align":"right","valign":"middle"}],"bg":null,"bgImage":null,"footer":{"text":"","number":false,"date":false,"skipTitle":true}},"layouts":{},"slides":[{"layout":"title","hideMaster":false,"media":{"emvryc8917":{"autoplay":true,"loop":false,"hideIcon":false},"emvryc9g68":{"autoplay":false,"loop":true,"hideIcon":true}},"groups":[],"connectors":{}}]}</vt:lpwstr>
  </property>
</Properties>
</file>