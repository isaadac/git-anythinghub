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9144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0" y="2743200"/>
            <a:ext cx="1828800" cy="914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>
            <a:stCxn id="2" idx="3"/>
            <a:endCxn id="3" idx="1"/>
          </p:cNvCxnSpPr>
          <p:nvPr/>
        </p:nvCxnSpPr>
        <p:spPr>
          <a:xfrm>
            <a:off x="2743200" y="1371600"/>
            <a:ext cx="2743200" cy="1828800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