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MasterBar"/>
          <p:cNvSpPr/>
          <p:nvPr/>
        </p:nvSpPr>
        <p:spPr>
          <a:xfrm>
            <a:off x="0" y="0"/>
            <a:ext cx="9144000" cy="40000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Inherited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Inherited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5486400" cy="1828800"/>
            <a:chOff x="914400" y="914400"/>
            <a:chExt cx="2743200" cy="914400"/>
          </a:xfrm>
        </p:grpSpPr>
        <p:sp>
          <p:nvSpPr>
            <p:cNvPr id="5" name="Oval 4"/>
            <p:cNvSpPr/>
            <p:nvPr/>
          </p:nvSpPr>
          <p:spPr>
            <a:xfrm>
              <a:off x="914400" y="914400"/>
              <a:ext cx="914400" cy="91440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743200" y="914400"/>
              <a:ext cx="914400" cy="457200"/>
            </a:xfrm>
            <a:prstGeom prst="rect">
              <a:avLst/>
            </a:prstGeom>
            <a:solidFill>
              <a:srgbClr val="008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